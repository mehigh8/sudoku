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1"/>
  </p:notesMasterIdLst>
  <p:sldIdLst>
    <p:sldId id="256" r:id="rId2"/>
    <p:sldId id="257" r:id="rId3"/>
    <p:sldId id="347" r:id="rId4"/>
    <p:sldId id="269" r:id="rId5"/>
    <p:sldId id="348" r:id="rId6"/>
    <p:sldId id="268" r:id="rId7"/>
    <p:sldId id="349" r:id="rId8"/>
    <p:sldId id="350" r:id="rId9"/>
    <p:sldId id="352" r:id="rId10"/>
  </p:sldIdLst>
  <p:sldSz cx="9144000" cy="5143500" type="screen16x9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Vidaloka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95A7BDE-F56B-4EA6-A171-D4A19D6515B5}">
  <a:tblStyle styleId="{895A7BDE-F56B-4EA6-A171-D4A19D6515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6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Mihai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Mihnea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0275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07a9a8b46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07a9a8b46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Mihnea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07a9a8b46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07a9a8b46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Mihnea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1080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cc7554a049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cc7554a049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Mihnea</a:t>
            </a: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Mihai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217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107a9a8b46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107a9a8b46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Mihai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02501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Mihai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30163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8" r:id="rId4"/>
    <p:sldLayoutId id="2147483668" r:id="rId5"/>
    <p:sldLayoutId id="2147483696" r:id="rId6"/>
    <p:sldLayoutId id="2147483697" r:id="rId7"/>
    <p:sldLayoutId id="2147483698" r:id="rId8"/>
    <p:sldLayoutId id="214748369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113145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Sudoku</a:t>
            </a:r>
            <a:endParaRPr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39925" y="2280777"/>
            <a:ext cx="7064100" cy="1185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Blo</a:t>
            </a:r>
            <a:r>
              <a:rPr lang="ro-RO" dirty="0">
                <a:solidFill>
                  <a:schemeClr val="dk1"/>
                </a:solidFill>
              </a:rPr>
              <a:t>țiu Mihnea-Andrei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dirty="0">
                <a:solidFill>
                  <a:schemeClr val="dk1"/>
                </a:solidFill>
              </a:rPr>
              <a:t>Roșu Mihai-Cosmin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dirty="0">
                <a:solidFill>
                  <a:schemeClr val="dk1"/>
                </a:solidFill>
              </a:rPr>
              <a:t>343C1</a:t>
            </a:r>
            <a:endParaRPr lang="en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description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1"/>
          </p:nvPr>
        </p:nvSpPr>
        <p:spPr>
          <a:xfrm>
            <a:off x="785139" y="1272925"/>
            <a:ext cx="7612021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US" sz="2000" dirty="0">
                <a:solidFill>
                  <a:schemeClr val="dk1"/>
                </a:solidFill>
              </a:rPr>
              <a:t>The purpose of our project was to implement an efficient sudoku solver for any given square-sized sudoku grid.</a:t>
            </a:r>
            <a:endParaRPr sz="2000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5BE2BC-61EF-8C89-2B16-0BA0718D9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104" y="2293181"/>
            <a:ext cx="2238395" cy="17929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AC4E41-6C58-6453-F367-F7CF0BDB990F}"/>
              </a:ext>
            </a:extLst>
          </p:cNvPr>
          <p:cNvSpPr txBox="1"/>
          <p:nvPr/>
        </p:nvSpPr>
        <p:spPr>
          <a:xfrm>
            <a:off x="1757463" y="4086124"/>
            <a:ext cx="15776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Parallel approach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7693D-9111-8512-0EF4-AE8CBABC6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503" y="2290034"/>
            <a:ext cx="2623066" cy="17960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C308C2-0F1F-6064-E747-898E9E7A3161}"/>
              </a:ext>
            </a:extLst>
          </p:cNvPr>
          <p:cNvSpPr txBox="1"/>
          <p:nvPr/>
        </p:nvSpPr>
        <p:spPr>
          <a:xfrm>
            <a:off x="5743114" y="4086123"/>
            <a:ext cx="20938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Smarter serial approach</a:t>
            </a:r>
            <a:endParaRPr lang="LID4096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Parallel approach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SzPts val="1100"/>
            </a:pPr>
            <a:r>
              <a:rPr lang="en-US" sz="2000" dirty="0" err="1"/>
              <a:t>Pthreads</a:t>
            </a:r>
            <a:r>
              <a:rPr lang="en-US" sz="2000" dirty="0"/>
              <a:t> &amp; OpenMP</a:t>
            </a:r>
          </a:p>
          <a:p>
            <a:pPr marL="171450" indent="-171450">
              <a:buSzPts val="1100"/>
            </a:pPr>
            <a:r>
              <a:rPr lang="en-US" sz="2000" dirty="0" err="1"/>
              <a:t>Threadpool</a:t>
            </a:r>
            <a:r>
              <a:rPr lang="en-US" sz="2000" dirty="0"/>
              <a:t> / Tasks</a:t>
            </a:r>
          </a:p>
          <a:p>
            <a:pPr marL="171450" indent="-171450">
              <a:buSzPts val="1100"/>
            </a:pPr>
            <a:r>
              <a:rPr lang="en-US" sz="2000" dirty="0"/>
              <a:t>At certain depth level, switch to serial implementation</a:t>
            </a:r>
          </a:p>
          <a:p>
            <a:pPr marL="171450" indent="-171450">
              <a:buSzPts val="1100"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599693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 graphs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97EA64-AA78-71C1-B9C8-4D848572E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22" y="1017725"/>
            <a:ext cx="2979519" cy="17877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D6ACFD-83D8-0C38-4CBE-3053CAAF6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23" y="2840029"/>
            <a:ext cx="2979518" cy="18115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CA22CD-BDEF-C00B-A22D-DA3489F55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960" y="1017725"/>
            <a:ext cx="2979517" cy="17877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F32062-9CBF-0176-4748-333BD4767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2957" y="2852334"/>
            <a:ext cx="2979519" cy="17877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Speedup graphs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770865-2905-2E43-8DEB-5C4022AFE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24" y="1017726"/>
            <a:ext cx="2979517" cy="1787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1401F4-AFA9-59C3-8559-4D7557E705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23" y="2849487"/>
            <a:ext cx="2979518" cy="17877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8C5748-3799-0085-3A96-E73C180A3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959" y="1017726"/>
            <a:ext cx="2979517" cy="17877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5CD740-C607-811D-7EBF-C1401197A1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2959" y="2849486"/>
            <a:ext cx="2979518" cy="178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2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Parallel approach conclusion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366166-616C-48B2-C314-A29E8784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038" y="1009152"/>
            <a:ext cx="2958687" cy="17752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E5EC01-574C-51E1-5CF9-EB925F643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2038" y="2928086"/>
            <a:ext cx="2978512" cy="17871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E6F537-D9DA-1E03-B15B-FB880AB68A1F}"/>
              </a:ext>
            </a:extLst>
          </p:cNvPr>
          <p:cNvSpPr txBox="1"/>
          <p:nvPr/>
        </p:nvSpPr>
        <p:spPr>
          <a:xfrm>
            <a:off x="861737" y="1249520"/>
            <a:ext cx="44954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Montserrat" panose="00000500000000000000" pitchFamily="2" charset="0"/>
              </a:rPr>
              <a:t>Pthreads</a:t>
            </a:r>
            <a:r>
              <a:rPr lang="en-US" sz="2000" dirty="0">
                <a:latin typeface="Montserrat" panose="00000500000000000000" pitchFamily="2" charset="0"/>
              </a:rPr>
              <a:t> and OpenMP are both better than serial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OpenMP is better than </a:t>
            </a:r>
            <a:r>
              <a:rPr lang="en-US" sz="2000" dirty="0" err="1">
                <a:latin typeface="Montserrat" panose="00000500000000000000" pitchFamily="2" charset="0"/>
              </a:rPr>
              <a:t>Pthreads</a:t>
            </a:r>
            <a:endParaRPr lang="LID4096" sz="2000" dirty="0">
              <a:latin typeface="Montserrat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Smart serial approach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US" sz="2000" dirty="0"/>
              <a:t>Use rules (strategies) to simplify the board:</a:t>
            </a:r>
          </a:p>
          <a:p>
            <a:pPr marL="171450" indent="-171450">
              <a:buSzPts val="1100"/>
            </a:pPr>
            <a:r>
              <a:rPr lang="en-US" sz="1600" dirty="0"/>
              <a:t>Elimination strategy: This occurs when there is only one valid value for a cell</a:t>
            </a:r>
          </a:p>
          <a:p>
            <a:pPr marL="171450" indent="-171450">
              <a:buSzPts val="1100"/>
            </a:pPr>
            <a:endParaRPr lang="en-US" sz="1600" dirty="0"/>
          </a:p>
          <a:p>
            <a:pPr marL="171450" indent="-171450">
              <a:buSzPts val="1100"/>
            </a:pPr>
            <a:endParaRPr lang="en-US" sz="1600" dirty="0"/>
          </a:p>
          <a:p>
            <a:pPr marL="171450" indent="-171450">
              <a:buSzPts val="1100"/>
            </a:pPr>
            <a:r>
              <a:rPr lang="en-US" sz="1600" dirty="0"/>
              <a:t>Lone ranger strategy: This is a number that is valid for only one cell in a row, column or box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B11B92-4000-4993-DB5D-265CDCE88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88" y="2216111"/>
            <a:ext cx="2788661" cy="3556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CD50DE-C72B-96A5-DAB7-FC68EA0B93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87" y="3199490"/>
            <a:ext cx="2788661" cy="37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348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7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Time and Speedup graphs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F44F9-F05A-BC0D-4975-2AF484066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058" y="1387845"/>
            <a:ext cx="3946342" cy="23678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A9E74F-A3BA-E4A0-6EDA-4E11ED182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601" y="1387844"/>
            <a:ext cx="3946341" cy="2367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141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Conclusions</a:t>
            </a:r>
            <a:endParaRPr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SzPts val="1100"/>
            </a:pPr>
            <a:r>
              <a:rPr lang="en-US" sz="2000" dirty="0"/>
              <a:t>More thought-out serial algorithms are better than brute </a:t>
            </a:r>
            <a:r>
              <a:rPr lang="en-US" sz="2000"/>
              <a:t>force parallelism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187903468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143</Words>
  <Application>Microsoft Office PowerPoint</Application>
  <PresentationFormat>On-screen Show (16:9)</PresentationFormat>
  <Paragraphs>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Vidaloka</vt:lpstr>
      <vt:lpstr>Lato</vt:lpstr>
      <vt:lpstr>Arial</vt:lpstr>
      <vt:lpstr>Montserrat</vt:lpstr>
      <vt:lpstr>Minimalist Business Slides XL by Slidesgo</vt:lpstr>
      <vt:lpstr>Sudoku</vt:lpstr>
      <vt:lpstr>Project description</vt:lpstr>
      <vt:lpstr>Parallel approach</vt:lpstr>
      <vt:lpstr>Time graphs</vt:lpstr>
      <vt:lpstr>Speedup graphs</vt:lpstr>
      <vt:lpstr>Parallel approach conclusion</vt:lpstr>
      <vt:lpstr>Smart serial approach</vt:lpstr>
      <vt:lpstr>Time and Speedup graphs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Sudoku</dc:title>
  <cp:lastModifiedBy>Mihai Cosmin Rosu</cp:lastModifiedBy>
  <cp:revision>3</cp:revision>
  <dcterms:modified xsi:type="dcterms:W3CDTF">2024-01-08T16:06:22Z</dcterms:modified>
</cp:coreProperties>
</file>